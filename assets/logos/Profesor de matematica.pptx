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2" r:id="rId2"/>
  </p:sldIdLst>
  <p:sldSz cx="1800225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45"/>
    <a:srgbClr val="E6F1FF"/>
    <a:srgbClr val="00E5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12" autoAdjust="0"/>
    <p:restoredTop sz="94660"/>
  </p:normalViewPr>
  <p:slideViewPr>
    <p:cSldViewPr snapToGrid="0">
      <p:cViewPr varScale="1">
        <p:scale>
          <a:sx n="387" d="100"/>
          <a:sy n="387" d="100"/>
        </p:scale>
        <p:origin x="3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17" y="294620"/>
            <a:ext cx="1530191" cy="626745"/>
          </a:xfrm>
        </p:spPr>
        <p:txBody>
          <a:bodyPr anchor="b"/>
          <a:lstStyle>
            <a:lvl1pPr algn="ctr">
              <a:defRPr sz="118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28" y="945535"/>
            <a:ext cx="1350169" cy="434638"/>
          </a:xfrm>
        </p:spPr>
        <p:txBody>
          <a:bodyPr/>
          <a:lstStyle>
            <a:lvl1pPr marL="0" indent="0" algn="ctr">
              <a:buNone/>
              <a:defRPr sz="473"/>
            </a:lvl1pPr>
            <a:lvl2pPr marL="90023" indent="0" algn="ctr">
              <a:buNone/>
              <a:defRPr sz="394"/>
            </a:lvl2pPr>
            <a:lvl3pPr marL="180045" indent="0" algn="ctr">
              <a:buNone/>
              <a:defRPr sz="354"/>
            </a:lvl3pPr>
            <a:lvl4pPr marL="270068" indent="0" algn="ctr">
              <a:buNone/>
              <a:defRPr sz="315"/>
            </a:lvl4pPr>
            <a:lvl5pPr marL="360091" indent="0" algn="ctr">
              <a:buNone/>
              <a:defRPr sz="315"/>
            </a:lvl5pPr>
            <a:lvl6pPr marL="450113" indent="0" algn="ctr">
              <a:buNone/>
              <a:defRPr sz="315"/>
            </a:lvl6pPr>
            <a:lvl7pPr marL="540136" indent="0" algn="ctr">
              <a:buNone/>
              <a:defRPr sz="315"/>
            </a:lvl7pPr>
            <a:lvl8pPr marL="630159" indent="0" algn="ctr">
              <a:buNone/>
              <a:defRPr sz="315"/>
            </a:lvl8pPr>
            <a:lvl9pPr marL="720181" indent="0" algn="ctr">
              <a:buNone/>
              <a:defRPr sz="31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281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605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8" y="448807"/>
            <a:ext cx="1552694" cy="748843"/>
          </a:xfrm>
        </p:spPr>
        <p:txBody>
          <a:bodyPr anchor="b"/>
          <a:lstStyle>
            <a:lvl1pPr>
              <a:defRPr sz="118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28" y="1204734"/>
            <a:ext cx="1552694" cy="393799"/>
          </a:xfrm>
        </p:spPr>
        <p:txBody>
          <a:bodyPr/>
          <a:lstStyle>
            <a:lvl1pPr marL="0" indent="0">
              <a:buNone/>
              <a:defRPr sz="473">
                <a:solidFill>
                  <a:schemeClr val="tx1"/>
                </a:solidFill>
              </a:defRPr>
            </a:lvl1pPr>
            <a:lvl2pPr marL="90023" indent="0">
              <a:buNone/>
              <a:defRPr sz="394">
                <a:solidFill>
                  <a:schemeClr val="tx1">
                    <a:tint val="75000"/>
                  </a:schemeClr>
                </a:solidFill>
              </a:defRPr>
            </a:lvl2pPr>
            <a:lvl3pPr marL="180045" indent="0">
              <a:buNone/>
              <a:defRPr sz="354">
                <a:solidFill>
                  <a:schemeClr val="tx1">
                    <a:tint val="75000"/>
                  </a:schemeClr>
                </a:solidFill>
              </a:defRPr>
            </a:lvl3pPr>
            <a:lvl4pPr marL="270068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4pPr>
            <a:lvl5pPr marL="360091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5pPr>
            <a:lvl6pPr marL="450113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6pPr>
            <a:lvl7pPr marL="540136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7pPr>
            <a:lvl8pPr marL="630159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8pPr>
            <a:lvl9pPr marL="720181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289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65" y="479227"/>
            <a:ext cx="765096" cy="1142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364" y="479227"/>
            <a:ext cx="765096" cy="1142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043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95846"/>
            <a:ext cx="1552694" cy="34796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00" y="441305"/>
            <a:ext cx="761579" cy="216277"/>
          </a:xfrm>
        </p:spPr>
        <p:txBody>
          <a:bodyPr anchor="b"/>
          <a:lstStyle>
            <a:lvl1pPr marL="0" indent="0">
              <a:buNone/>
              <a:defRPr sz="473" b="1"/>
            </a:lvl1pPr>
            <a:lvl2pPr marL="90023" indent="0">
              <a:buNone/>
              <a:defRPr sz="394" b="1"/>
            </a:lvl2pPr>
            <a:lvl3pPr marL="180045" indent="0">
              <a:buNone/>
              <a:defRPr sz="354" b="1"/>
            </a:lvl3pPr>
            <a:lvl4pPr marL="270068" indent="0">
              <a:buNone/>
              <a:defRPr sz="315" b="1"/>
            </a:lvl4pPr>
            <a:lvl5pPr marL="360091" indent="0">
              <a:buNone/>
              <a:defRPr sz="315" b="1"/>
            </a:lvl5pPr>
            <a:lvl6pPr marL="450113" indent="0">
              <a:buNone/>
              <a:defRPr sz="315" b="1"/>
            </a:lvl6pPr>
            <a:lvl7pPr marL="540136" indent="0">
              <a:buNone/>
              <a:defRPr sz="315" b="1"/>
            </a:lvl7pPr>
            <a:lvl8pPr marL="630159" indent="0">
              <a:buNone/>
              <a:defRPr sz="315" b="1"/>
            </a:lvl8pPr>
            <a:lvl9pPr marL="720181" indent="0">
              <a:buNone/>
              <a:defRPr sz="31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00" y="657582"/>
            <a:ext cx="761579" cy="9672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364" y="441305"/>
            <a:ext cx="765330" cy="216277"/>
          </a:xfrm>
        </p:spPr>
        <p:txBody>
          <a:bodyPr anchor="b"/>
          <a:lstStyle>
            <a:lvl1pPr marL="0" indent="0">
              <a:buNone/>
              <a:defRPr sz="473" b="1"/>
            </a:lvl1pPr>
            <a:lvl2pPr marL="90023" indent="0">
              <a:buNone/>
              <a:defRPr sz="394" b="1"/>
            </a:lvl2pPr>
            <a:lvl3pPr marL="180045" indent="0">
              <a:buNone/>
              <a:defRPr sz="354" b="1"/>
            </a:lvl3pPr>
            <a:lvl4pPr marL="270068" indent="0">
              <a:buNone/>
              <a:defRPr sz="315" b="1"/>
            </a:lvl4pPr>
            <a:lvl5pPr marL="360091" indent="0">
              <a:buNone/>
              <a:defRPr sz="315" b="1"/>
            </a:lvl5pPr>
            <a:lvl6pPr marL="450113" indent="0">
              <a:buNone/>
              <a:defRPr sz="315" b="1"/>
            </a:lvl6pPr>
            <a:lvl7pPr marL="540136" indent="0">
              <a:buNone/>
              <a:defRPr sz="315" b="1"/>
            </a:lvl7pPr>
            <a:lvl8pPr marL="630159" indent="0">
              <a:buNone/>
              <a:defRPr sz="315" b="1"/>
            </a:lvl8pPr>
            <a:lvl9pPr marL="720181" indent="0">
              <a:buNone/>
              <a:defRPr sz="31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364" y="657582"/>
            <a:ext cx="765330" cy="9672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34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06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01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120015"/>
            <a:ext cx="580619" cy="420053"/>
          </a:xfrm>
        </p:spPr>
        <p:txBody>
          <a:bodyPr anchor="b"/>
          <a:lstStyle>
            <a:lvl1pPr>
              <a:defRPr sz="6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30" y="259199"/>
            <a:ext cx="911364" cy="1279327"/>
          </a:xfrm>
        </p:spPr>
        <p:txBody>
          <a:bodyPr/>
          <a:lstStyle>
            <a:lvl1pPr>
              <a:defRPr sz="630"/>
            </a:lvl1pPr>
            <a:lvl2pPr>
              <a:defRPr sz="551"/>
            </a:lvl2pPr>
            <a:lvl3pPr>
              <a:defRPr sz="473"/>
            </a:lvl3pPr>
            <a:lvl4pPr>
              <a:defRPr sz="394"/>
            </a:lvl4pPr>
            <a:lvl5pPr>
              <a:defRPr sz="394"/>
            </a:lvl5pPr>
            <a:lvl6pPr>
              <a:defRPr sz="394"/>
            </a:lvl6pPr>
            <a:lvl7pPr>
              <a:defRPr sz="394"/>
            </a:lvl7pPr>
            <a:lvl8pPr>
              <a:defRPr sz="394"/>
            </a:lvl8pPr>
            <a:lvl9pPr>
              <a:defRPr sz="39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540067"/>
            <a:ext cx="580619" cy="1000542"/>
          </a:xfrm>
        </p:spPr>
        <p:txBody>
          <a:bodyPr/>
          <a:lstStyle>
            <a:lvl1pPr marL="0" indent="0">
              <a:buNone/>
              <a:defRPr sz="315"/>
            </a:lvl1pPr>
            <a:lvl2pPr marL="90023" indent="0">
              <a:buNone/>
              <a:defRPr sz="276"/>
            </a:lvl2pPr>
            <a:lvl3pPr marL="180045" indent="0">
              <a:buNone/>
              <a:defRPr sz="236"/>
            </a:lvl3pPr>
            <a:lvl4pPr marL="270068" indent="0">
              <a:buNone/>
              <a:defRPr sz="197"/>
            </a:lvl4pPr>
            <a:lvl5pPr marL="360091" indent="0">
              <a:buNone/>
              <a:defRPr sz="197"/>
            </a:lvl5pPr>
            <a:lvl6pPr marL="450113" indent="0">
              <a:buNone/>
              <a:defRPr sz="197"/>
            </a:lvl6pPr>
            <a:lvl7pPr marL="540136" indent="0">
              <a:buNone/>
              <a:defRPr sz="197"/>
            </a:lvl7pPr>
            <a:lvl8pPr marL="630159" indent="0">
              <a:buNone/>
              <a:defRPr sz="197"/>
            </a:lvl8pPr>
            <a:lvl9pPr marL="720181" indent="0">
              <a:buNone/>
              <a:defRPr sz="19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249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120015"/>
            <a:ext cx="580619" cy="420053"/>
          </a:xfrm>
        </p:spPr>
        <p:txBody>
          <a:bodyPr anchor="b"/>
          <a:lstStyle>
            <a:lvl1pPr>
              <a:defRPr sz="6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330" y="259199"/>
            <a:ext cx="911364" cy="1279327"/>
          </a:xfrm>
        </p:spPr>
        <p:txBody>
          <a:bodyPr anchor="t"/>
          <a:lstStyle>
            <a:lvl1pPr marL="0" indent="0">
              <a:buNone/>
              <a:defRPr sz="630"/>
            </a:lvl1pPr>
            <a:lvl2pPr marL="90023" indent="0">
              <a:buNone/>
              <a:defRPr sz="551"/>
            </a:lvl2pPr>
            <a:lvl3pPr marL="180045" indent="0">
              <a:buNone/>
              <a:defRPr sz="473"/>
            </a:lvl3pPr>
            <a:lvl4pPr marL="270068" indent="0">
              <a:buNone/>
              <a:defRPr sz="394"/>
            </a:lvl4pPr>
            <a:lvl5pPr marL="360091" indent="0">
              <a:buNone/>
              <a:defRPr sz="394"/>
            </a:lvl5pPr>
            <a:lvl6pPr marL="450113" indent="0">
              <a:buNone/>
              <a:defRPr sz="394"/>
            </a:lvl6pPr>
            <a:lvl7pPr marL="540136" indent="0">
              <a:buNone/>
              <a:defRPr sz="394"/>
            </a:lvl7pPr>
            <a:lvl8pPr marL="630159" indent="0">
              <a:buNone/>
              <a:defRPr sz="394"/>
            </a:lvl8pPr>
            <a:lvl9pPr marL="720181" indent="0">
              <a:buNone/>
              <a:defRPr sz="39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540067"/>
            <a:ext cx="580619" cy="1000542"/>
          </a:xfrm>
        </p:spPr>
        <p:txBody>
          <a:bodyPr/>
          <a:lstStyle>
            <a:lvl1pPr marL="0" indent="0">
              <a:buNone/>
              <a:defRPr sz="315"/>
            </a:lvl1pPr>
            <a:lvl2pPr marL="90023" indent="0">
              <a:buNone/>
              <a:defRPr sz="276"/>
            </a:lvl2pPr>
            <a:lvl3pPr marL="180045" indent="0">
              <a:buNone/>
              <a:defRPr sz="236"/>
            </a:lvl3pPr>
            <a:lvl4pPr marL="270068" indent="0">
              <a:buNone/>
              <a:defRPr sz="197"/>
            </a:lvl4pPr>
            <a:lvl5pPr marL="360091" indent="0">
              <a:buNone/>
              <a:defRPr sz="197"/>
            </a:lvl5pPr>
            <a:lvl6pPr marL="450113" indent="0">
              <a:buNone/>
              <a:defRPr sz="197"/>
            </a:lvl6pPr>
            <a:lvl7pPr marL="540136" indent="0">
              <a:buNone/>
              <a:defRPr sz="197"/>
            </a:lvl7pPr>
            <a:lvl8pPr marL="630159" indent="0">
              <a:buNone/>
              <a:defRPr sz="197"/>
            </a:lvl8pPr>
            <a:lvl9pPr marL="720181" indent="0">
              <a:buNone/>
              <a:defRPr sz="19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98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250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286" y="95846"/>
            <a:ext cx="388174" cy="152560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65" y="95846"/>
            <a:ext cx="1142018" cy="15256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520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66" y="95846"/>
            <a:ext cx="1552694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66" y="479227"/>
            <a:ext cx="1552694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65" y="1668542"/>
            <a:ext cx="40505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BD234-6395-4E82-824C-C7D08A61F488}" type="datetimeFigureOut">
              <a:rPr lang="es-CO" smtClean="0"/>
              <a:t>dom 21/12/2025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325" y="1668542"/>
            <a:ext cx="60757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409" y="1668542"/>
            <a:ext cx="40505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1B5DF-6458-40B6-A819-000B80A64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988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80045" rtl="0" eaLnBrk="1" latinLnBrk="0" hangingPunct="1">
        <a:lnSpc>
          <a:spcPct val="90000"/>
        </a:lnSpc>
        <a:spcBef>
          <a:spcPct val="0"/>
        </a:spcBef>
        <a:buNone/>
        <a:defRPr sz="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11" indent="-45011" algn="l" defTabSz="180045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551" kern="1200">
          <a:solidFill>
            <a:schemeClr val="tx1"/>
          </a:solidFill>
          <a:latin typeface="+mn-lt"/>
          <a:ea typeface="+mn-ea"/>
          <a:cs typeface="+mn-cs"/>
        </a:defRPr>
      </a:lvl1pPr>
      <a:lvl2pPr marL="135034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2pPr>
      <a:lvl3pPr marL="225057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94" kern="1200">
          <a:solidFill>
            <a:schemeClr val="tx1"/>
          </a:solidFill>
          <a:latin typeface="+mn-lt"/>
          <a:ea typeface="+mn-ea"/>
          <a:cs typeface="+mn-cs"/>
        </a:defRPr>
      </a:lvl3pPr>
      <a:lvl4pPr marL="315079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4pPr>
      <a:lvl5pPr marL="405102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5pPr>
      <a:lvl6pPr marL="495125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6pPr>
      <a:lvl7pPr marL="585147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7pPr>
      <a:lvl8pPr marL="675170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8pPr>
      <a:lvl9pPr marL="765193" indent="-45011" algn="l" defTabSz="180045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1pPr>
      <a:lvl2pPr marL="90023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80045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3pPr>
      <a:lvl4pPr marL="270068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4pPr>
      <a:lvl5pPr marL="360091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5pPr>
      <a:lvl6pPr marL="450113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6pPr>
      <a:lvl7pPr marL="540136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7pPr>
      <a:lvl8pPr marL="630159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8pPr>
      <a:lvl9pPr marL="720181" algn="l" defTabSz="180045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A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974B2-5A18-6117-EEC7-BB60ADF9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D6A7361-B9B7-02D3-E49C-253CE5A0CE81}"/>
              </a:ext>
            </a:extLst>
          </p:cNvPr>
          <p:cNvSpPr txBox="1"/>
          <p:nvPr/>
        </p:nvSpPr>
        <p:spPr>
          <a:xfrm>
            <a:off x="-91193" y="84504"/>
            <a:ext cx="18002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0" b="1" dirty="0">
                <a:solidFill>
                  <a:srgbClr val="E6F1FF"/>
                </a:solidFill>
                <a:latin typeface="Caveat" pitchFamily="2" charset="0"/>
              </a:rPr>
              <a:t>P</a:t>
            </a:r>
            <a:r>
              <a:rPr lang="es-ES" sz="10000" b="1" dirty="0">
                <a:solidFill>
                  <a:srgbClr val="00E5FF"/>
                </a:solidFill>
                <a:latin typeface="Caveat" pitchFamily="2" charset="0"/>
              </a:rPr>
              <a:t>M</a:t>
            </a:r>
            <a:endParaRPr lang="es-CO" sz="10000" b="1" dirty="0">
              <a:solidFill>
                <a:srgbClr val="00E5FF"/>
              </a:solidFill>
              <a:latin typeface="Cave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90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Caveat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 Financiera</dc:title>
  <dc:creator>Usuario</dc:creator>
  <cp:lastModifiedBy>Diego Armando Fernandez Arias</cp:lastModifiedBy>
  <cp:revision>20</cp:revision>
  <dcterms:created xsi:type="dcterms:W3CDTF">2022-04-27T09:53:31Z</dcterms:created>
  <dcterms:modified xsi:type="dcterms:W3CDTF">2025-12-21T16:00:05Z</dcterms:modified>
</cp:coreProperties>
</file>